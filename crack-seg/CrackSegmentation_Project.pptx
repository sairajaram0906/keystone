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6E63"/>
          </a:solidFill>
          <a:ln w="12700">
            <a:solidFill>
              <a:srgbClr val="0F6E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18745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PROJECT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267712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C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Crack Segmentation for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C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Structural Monitoring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37673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U-Net that finds cracks pixel by pixel, and converts the result into a physical measurement a conservator can act 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051560" y="4590288"/>
            <a:ext cx="914400" cy="27432"/>
          </a:xfrm>
          <a:prstGeom prst="rect">
            <a:avLst/>
          </a:prstGeom>
          <a:solidFill>
            <a:srgbClr val="DDD8D2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4828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NeuraCoders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Tarrun B  ·  Shyam M  ·  Sriman A  ·  Shyam Sundar 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a crack is easy. Measuring one is not.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777240" cy="32004"/>
          </a:xfrm>
          <a:prstGeom prst="rect">
            <a:avLst/>
          </a:prstGeom>
          <a:solidFill>
            <a:srgbClr val="0F6E63"/>
          </a:solidFill>
          <a:ln w="12700">
            <a:solidFill>
              <a:srgbClr val="0F6E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 engineer does not need to know that a wall has a crack — they can see that. They need to know whether it is wider than it was six months ago, and by how much. That is a measurement problem wearing a computer vision problem’s clothes.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395728"/>
            <a:ext cx="2542032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5968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C3D6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5968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017520"/>
            <a:ext cx="2084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marks every pixel belonging to a crack. This is the deep learning part.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054096" y="32735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10128" y="2395728"/>
            <a:ext cx="2542032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47872" y="25968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C3D6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5968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3017520"/>
            <a:ext cx="2084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Skeletonise the mask, apply a distance transform, and recover width in pixels.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797296" y="32735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53328" y="2395728"/>
            <a:ext cx="2542032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91072" y="25968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C3D6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291072" y="25968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91072" y="3017520"/>
            <a:ext cx="2084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surveyed reference in the photograph converts pixels to millimetres.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540496" y="32735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796528" y="2395728"/>
            <a:ext cx="2542032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34272" y="25968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C3D6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034272" y="25968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034272" y="3017520"/>
            <a:ext cx="2084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aligned captures months apart give the change that actually matters.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663440"/>
            <a:ext cx="10753344" cy="1005840"/>
          </a:xfrm>
          <a:prstGeom prst="roundRect">
            <a:avLst>
              <a:gd name="adj" fmla="val 5455"/>
            </a:avLst>
          </a:prstGeom>
          <a:solidFill>
            <a:srgbClr val="E6F0EE"/>
          </a:solidFill>
          <a:ln w="9525">
            <a:solidFill>
              <a:srgbClr val="BCD3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" y="488289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alone is not measurement.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mask says which pixels. It does not say how wide, and it cannot say how much has changed. Steps 02 to 04 are what turn a vision model into an instrument.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Segmentation for Structural Monitoring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064240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DIFFICULTY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Cracks are 2% of the image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777240" cy="32004"/>
          </a:xfrm>
          <a:prstGeom prst="rect">
            <a:avLst/>
          </a:prstGeom>
          <a:solidFill>
            <a:srgbClr val="0F6E63"/>
          </a:solidFill>
          <a:ln w="12700">
            <a:solidFill>
              <a:srgbClr val="0F6E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813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predicts “no crack” everywhere scores roughly 98% pixel accuracy. The loss looks excellent and the model is useless. Almost every design decision in this project follows from that one fact.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066544"/>
            <a:ext cx="5715000" cy="3602736"/>
          </a:xfrm>
          <a:prstGeom prst="roundRect">
            <a:avLst>
              <a:gd name="adj" fmla="val 1523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2494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spc="14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ON A DO-NOTHING MODEL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237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i="1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asserted — run python src/losses.py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17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3017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4198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34198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8221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+ Dice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8221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4187952"/>
            <a:ext cx="5120640" cy="292608"/>
          </a:xfrm>
          <a:prstGeom prst="rect">
            <a:avLst/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2245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Tversky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4224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4590288"/>
            <a:ext cx="5120640" cy="292608"/>
          </a:xfrm>
          <a:prstGeom prst="rect">
            <a:avLst/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46268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46268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68680" y="4992624"/>
            <a:ext cx="5120640" cy="292608"/>
          </a:xfrm>
          <a:prstGeom prst="rect">
            <a:avLst/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5029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Tversky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50292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37960" y="2066544"/>
            <a:ext cx="4782312" cy="3602736"/>
          </a:xfrm>
          <a:prstGeom prst="roundRect">
            <a:avLst>
              <a:gd name="adj" fmla="val 1523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39712" y="22494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spc="14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839712" y="2670048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barely penalises predicting nothing — 0.31 is a mediocre score, not a failing one.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Overlap-based losses score the same model at 0.99, because an empty prediction has zero intersection.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Tversky lets false negatives be punished harder than false positives, which is the right trade: a missed crack is a missed structural signal.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all six on real data is the core experiment of this project.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Segmentation for Structural Monitoring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064240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U-Net, written from scratch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777240" cy="32004"/>
          </a:xfrm>
          <a:prstGeom prst="rect">
            <a:avLst/>
          </a:prstGeom>
          <a:solidFill>
            <a:srgbClr val="0F6E63"/>
          </a:solidFill>
          <a:ln w="12700">
            <a:solidFill>
              <a:srgbClr val="0F6E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81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encoder compresses the image, a decoder expands it back to full resolution, and skip connections carry fine detail across. Thin structures need those skips — without them a one-pixel crack does not survive the bottleneck.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029968"/>
            <a:ext cx="5221224" cy="2450592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2468880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BCD3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98448" y="25786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956816" y="2569464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67128" y="2468880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E6F0EE"/>
          </a:solidFill>
          <a:ln w="9525">
            <a:solidFill>
              <a:srgbClr val="BCD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67128" y="25786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825496" y="2569464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35808" y="2468880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E6F0EE"/>
          </a:solidFill>
          <a:ln w="9525">
            <a:solidFill>
              <a:srgbClr val="BCD3C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35808" y="25786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694176" y="2569464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04488" y="2468880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E6F0EE"/>
          </a:solidFill>
          <a:ln w="9525">
            <a:solidFill>
              <a:srgbClr val="BCD3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04488" y="25786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62856" y="2569464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73168" y="2468880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E6F0EE"/>
          </a:solidFill>
          <a:ln w="9525">
            <a:solidFill>
              <a:srgbClr val="BCD3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73168" y="25786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98448" y="3584448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E6F0EE"/>
          </a:solidFill>
          <a:ln w="9525">
            <a:solidFill>
              <a:srgbClr val="BCD3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98448" y="369417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67128" y="3584448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E6F0EE"/>
          </a:solidFill>
          <a:ln w="9525">
            <a:solidFill>
              <a:srgbClr val="BCD3C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67128" y="369417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956816" y="3685032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035808" y="3584448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E6F0EE"/>
          </a:solidFill>
          <a:ln w="9525">
            <a:solidFill>
              <a:srgbClr val="BCD3C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35808" y="369417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825496" y="3685032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04488" y="3584448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E6F0EE"/>
          </a:solidFill>
          <a:ln w="9525">
            <a:solidFill>
              <a:srgbClr val="BCD3C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904488" y="369417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694176" y="3685032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73168" y="3584448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BCD3C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73168" y="369417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62856" y="3685032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2578608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369417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87168" y="2889504"/>
            <a:ext cx="18288" cy="694944"/>
          </a:xfrm>
          <a:prstGeom prst="rect">
            <a:avLst/>
          </a:prstGeom>
          <a:solidFill>
            <a:srgbClr val="C9DBD7"/>
          </a:solidFill>
          <a:ln w="12700">
            <a:solidFill>
              <a:srgbClr val="C9DBD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55848" y="2889504"/>
            <a:ext cx="18288" cy="694944"/>
          </a:xfrm>
          <a:prstGeom prst="rect">
            <a:avLst/>
          </a:prstGeom>
          <a:solidFill>
            <a:srgbClr val="C9DBD7"/>
          </a:solidFill>
          <a:ln w="12700">
            <a:solidFill>
              <a:srgbClr val="C9DBD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24528" y="2889504"/>
            <a:ext cx="18288" cy="694944"/>
          </a:xfrm>
          <a:prstGeom prst="rect">
            <a:avLst/>
          </a:prstGeom>
          <a:solidFill>
            <a:srgbClr val="C9DBD7"/>
          </a:solidFill>
          <a:ln w="12700">
            <a:solidFill>
              <a:srgbClr val="C9DBD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2960" y="40965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ties are skip connections. Channel widths at base 32, depth 4 — 7.8M parameters.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099048" y="2029968"/>
            <a:ext cx="5221224" cy="2450592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355080" y="22311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spc="14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355080" y="2578608"/>
            <a:ext cx="4709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logits, never probabilities. Each loss applies its own sigmoid; a double sigmoid trains without error and quietly halves the learning signal.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on a free Colab GPU at base 32, so capacity is an ablation rather than a hardware constraint.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upsampling modes implemented, so bilinear versus transposed convolution can be measured, not assumed.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66928" y="4681728"/>
            <a:ext cx="10753344" cy="1024128"/>
          </a:xfrm>
          <a:prstGeom prst="roundRect">
            <a:avLst>
              <a:gd name="adj" fmla="val 5357"/>
            </a:avLst>
          </a:prstGeom>
          <a:solidFill>
            <a:srgbClr val="E6F0EE"/>
          </a:solidFill>
          <a:ln w="9525">
            <a:solidFill>
              <a:srgbClr val="BCD3C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41248" y="488289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is constrained by the subject: flips and rotations are safe, but a scale change can erase a one-pixel crack while leaving its mask intact — teaching the model that blank wall means crack. Every geometric transform therefore uses nearest-neighbour interpolation on the mask, and the augmentation self-test checks that a thin crack survives every draw.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Segmentation for Structural Monitoring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064240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it honestly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777240" cy="32004"/>
          </a:xfrm>
          <a:prstGeom prst="rect">
            <a:avLst/>
          </a:prstGeom>
          <a:solidFill>
            <a:srgbClr val="0F6E63"/>
          </a:solidFill>
          <a:ln w="12700">
            <a:solidFill>
              <a:srgbClr val="0F6E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81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2% positive pixels, the choice of metric and the choice of protocol decide whether the numbers mean anything. Three decisions were made deliberately.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029968"/>
            <a:ext cx="3401568" cy="3621024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2311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C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96896"/>
            <a:ext cx="2889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IoU, Dice, precision and recall — reported per image and averaged, so a few heavily cracked images cannot dominate the score.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712464"/>
            <a:ext cx="502920" cy="22860"/>
          </a:xfrm>
          <a:prstGeom prst="rect">
            <a:avLst/>
          </a:prstGeom>
          <a:solidFill>
            <a:srgbClr val="DDD8D2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95344"/>
            <a:ext cx="2889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accuracy is reported only to show how misleading it is: the do-nothing model scores 0.98.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42816" y="2029968"/>
            <a:ext cx="3401568" cy="3621024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98848" y="22311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C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596896"/>
            <a:ext cx="2889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0.5 is rarely optimal on imbalanced data. A sweep selects it on the validation split, then it is applied once to test.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98848" y="3712464"/>
            <a:ext cx="502920" cy="22860"/>
          </a:xfrm>
          <a:prstGeom prst="rect">
            <a:avLst/>
          </a:prstGeom>
          <a:solidFill>
            <a:srgbClr val="DDD8D2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98848" y="3895344"/>
            <a:ext cx="2889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on test and reporting test is leakage, and it is an easy mistake to make by accident.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18704" y="2029968"/>
            <a:ext cx="3401568" cy="3621024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74736" y="22311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C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74736" y="2596896"/>
            <a:ext cx="2889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validation and test are assigned by hashing the filename, not by shuffling with a seed.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74736" y="3712464"/>
            <a:ext cx="502920" cy="22860"/>
          </a:xfrm>
          <a:prstGeom prst="rect">
            <a:avLst/>
          </a:prstGeom>
          <a:solidFill>
            <a:srgbClr val="DDD8D2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74736" y="3895344"/>
            <a:ext cx="2889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lands in the same split every run, even after files are added. A re-shuffle that leaks test into train is very hard to spot from metrics alone.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Segmentation for Structural Monitoring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64240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mask to a millimetre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777240" cy="32004"/>
          </a:xfrm>
          <a:prstGeom prst="rect">
            <a:avLst/>
          </a:prstGeom>
          <a:solidFill>
            <a:srgbClr val="0F6E63"/>
          </a:solidFill>
          <a:ln w="12700">
            <a:solidFill>
              <a:srgbClr val="0F6E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81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segmentation network cannot measure crack width. Recovering a physical number takes three further steps, and each introduces error that has to be stated.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029968"/>
            <a:ext cx="2542032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21945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Skeletonise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523744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mask to a one-pixel centreline running along the crack.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2029968"/>
            <a:ext cx="2542032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9584" y="21945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transform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529584" y="2523744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crack pixel, the distance to the nearest background pixel.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53328" y="2029968"/>
            <a:ext cx="2542032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72784" y="21945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2523744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centreline, width = 2d − 1 pixels.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96528" y="2029968"/>
            <a:ext cx="2542032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15984" y="21945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015984" y="2523744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mm-per-pixel from the surveyed reference.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675888"/>
            <a:ext cx="5715000" cy="202996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A844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38587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spc="140" kern="0" dirty="0">
                <a:solidFill>
                  <a:srgbClr val="A8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CALIBRATION, MEASURED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4169664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C2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width   1   2   3   4   5   6   7
estimate     1   1   3   3   5   5   7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widths are exact; even widths read one pixel short. Absolute widths therefore carry ±1 px of quantisation error.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37960" y="3675888"/>
            <a:ext cx="4782312" cy="2029968"/>
          </a:xfrm>
          <a:prstGeom prst="roundRect">
            <a:avLst>
              <a:gd name="adj" fmla="val 2703"/>
            </a:avLst>
          </a:prstGeom>
          <a:solidFill>
            <a:srgbClr val="E6F0EE"/>
          </a:solidFill>
          <a:ln w="9525">
            <a:solidFill>
              <a:srgbClr val="BCD3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3858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spc="14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MEANS IN PRACTICE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4169664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0.5 mm per pixel, a reported “+2.0 mm” is really +2.0 ± 0.5 mm. Alert thresholds must sit above that floor. Stating the limit is worth more than hiding it — an engineer acting on these numbers needs to know when not to trust them.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Segmentation for Structural Monitoring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comparison — to be completed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777240" cy="32004"/>
          </a:xfrm>
          <a:prstGeom prst="rect">
            <a:avLst/>
          </a:prstGeom>
          <a:solidFill>
            <a:srgbClr val="0F6E63"/>
          </a:solidFill>
          <a:ln w="12700">
            <a:solidFill>
              <a:srgbClr val="0F6E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81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experiment: train the identical architecture six times, changing only the loss function, and report all four metrics. Fill this table from runs/*/test_metrics.json.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03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b="1" spc="12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75888" y="2103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b="1" spc="12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367528" y="2103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b="1" spc="12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059168" y="210312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b="1" spc="12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842248" y="210312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b="1" spc="12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395728"/>
            <a:ext cx="10058400" cy="18288"/>
          </a:xfrm>
          <a:prstGeom prst="rect">
            <a:avLst/>
          </a:prstGeom>
          <a:solidFill>
            <a:srgbClr val="DDD8D2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6151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26151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367528" y="26151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059168" y="26151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842248" y="26151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017520"/>
            <a:ext cx="10058400" cy="365760"/>
          </a:xfrm>
          <a:prstGeom prst="rect">
            <a:avLst/>
          </a:prstGeom>
          <a:solidFill>
            <a:srgbClr val="F2F0EC"/>
          </a:solidFill>
          <a:ln w="12700">
            <a:solidFill>
              <a:srgbClr val="F2F0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0723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675888" y="30723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367528" y="30723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059168" y="30723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842248" y="30723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35295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+ Dice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675888" y="35295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367528" y="35295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35295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842248" y="35295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3931920"/>
            <a:ext cx="10058400" cy="365760"/>
          </a:xfrm>
          <a:prstGeom prst="rect">
            <a:avLst/>
          </a:prstGeom>
          <a:solidFill>
            <a:srgbClr val="F2F0EC"/>
          </a:solidFill>
          <a:ln w="12700">
            <a:solidFill>
              <a:srgbClr val="F2F0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39867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675888" y="39867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367528" y="39867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39867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42248" y="39867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44439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Tversky (β &gt; α)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3675888" y="44439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367528" y="44439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059168" y="44439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842248" y="44439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66928" y="4846320"/>
            <a:ext cx="10058400" cy="365760"/>
          </a:xfrm>
          <a:prstGeom prst="rect">
            <a:avLst/>
          </a:prstGeom>
          <a:solidFill>
            <a:srgbClr val="F2F0EC"/>
          </a:solidFill>
          <a:ln w="12700">
            <a:solidFill>
              <a:srgbClr val="F2F0E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6928" y="49011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Tversky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3675888" y="49011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5367528" y="49011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059168" y="49011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8842248" y="49011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66928" y="5358384"/>
            <a:ext cx="10753344" cy="868680"/>
          </a:xfrm>
          <a:prstGeom prst="roundRect">
            <a:avLst>
              <a:gd name="adj" fmla="val 6316"/>
            </a:avLst>
          </a:prstGeom>
          <a:solidFill>
            <a:srgbClr val="E6F0EE"/>
          </a:solidFill>
          <a:ln w="9525">
            <a:solidFill>
              <a:srgbClr val="BCD3C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41248" y="555955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finding. 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under-segments and shows high precision with poor recall. Dice-family losses recover recall. Tversky with β &gt; α should give the highest recall at some cost to precision — the right trade for structural monitoring, where a missed crack matters more than a false alarm.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Segmentation for Structural Monitoring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1064240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does not 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777240" cy="32004"/>
          </a:xfrm>
          <a:prstGeom prst="rect">
            <a:avLst/>
          </a:prstGeom>
          <a:solidFill>
            <a:srgbClr val="0F6E63"/>
          </a:solidFill>
          <a:ln w="12700">
            <a:solidFill>
              <a:srgbClr val="0F6E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81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limits, stated rather than discovered by a reviewer. The first is the one that matters most.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5221224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A844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2677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A84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gap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3347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2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public crack dataset is road and concrete. The target is stone masonry, where mortar joints are dark, linear and high-contrast — they look exactly like cracks. Expect the model to flag them. Road-surface metrics should not be presented as though they transfer.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099048" y="2103120"/>
            <a:ext cx="5221224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22677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C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Quantisation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63347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2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carries ±1 px of error from the distance transform. Sub-pixel estimation needs grey-level profile fitting across the crack, which is out of scope here.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566928" y="3931920"/>
            <a:ext cx="5221224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965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C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dependency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46227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2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surveyed reference in the photograph, every output is in pixels and is not comparable between captures. The model cannot supply this; the capture protocol must.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099048" y="3931920"/>
            <a:ext cx="5221224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40965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C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Alignment assumption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446227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2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two captures assumes they are spatially registered. Two hand-held photographs from different positions produce meaningless deltas.</a:t>
            </a:r>
            <a:endParaRPr lang="en-US" sz="112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Segmentation for Structural Monitoring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64240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workstreams, one contract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777240" cy="32004"/>
          </a:xfrm>
          <a:prstGeom prst="rect">
            <a:avLst/>
          </a:prstGeom>
          <a:solidFill>
            <a:srgbClr val="0F6E63"/>
          </a:solidFill>
          <a:ln w="12700">
            <a:solidFill>
              <a:srgbClr val="0F6E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81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split along two interfaces that are written down and machine-checked, so three people can build in parallel without an integration day spent on shape mismatches.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084832"/>
            <a:ext cx="340156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231136"/>
            <a:ext cx="384048" cy="384048"/>
          </a:xfrm>
          <a:prstGeom prst="ellipse">
            <a:avLst/>
          </a:prstGeom>
          <a:solidFill>
            <a:srgbClr val="0F6E63"/>
          </a:solidFill>
          <a:ln w="12700">
            <a:solidFill>
              <a:srgbClr val="0F6E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35024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C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4320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augmentation, class balance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127248"/>
            <a:ext cx="2889504" cy="18288"/>
          </a:xfrm>
          <a:prstGeom prst="rect">
            <a:avLst/>
          </a:prstGeom>
          <a:solidFill>
            <a:srgbClr val="DDD8D2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255264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batches:  float32 (N,3,H,W) + binary (N,1,H,W)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005072" y="28346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42816" y="2084832"/>
            <a:ext cx="340156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98848" y="2231136"/>
            <a:ext cx="384048" cy="384048"/>
          </a:xfrm>
          <a:prstGeom prst="ellipse">
            <a:avLst/>
          </a:prstGeom>
          <a:solidFill>
            <a:srgbClr val="0F6E63"/>
          </a:solidFill>
          <a:ln w="12700">
            <a:solidFill>
              <a:srgbClr val="0F6E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98848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10912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C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498848" y="274320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U-Net, losses, training loop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98848" y="3127248"/>
            <a:ext cx="2889504" cy="18288"/>
          </a:xfrm>
          <a:prstGeom prst="rect">
            <a:avLst/>
          </a:prstGeom>
          <a:solidFill>
            <a:srgbClr val="DDD8D2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98848" y="3255264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logits:  raw (N,1,H,W), never probabilities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8346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918704" y="2084832"/>
            <a:ext cx="340156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74736" y="2231136"/>
            <a:ext cx="384048" cy="384048"/>
          </a:xfrm>
          <a:prstGeom prst="ellipse">
            <a:avLst/>
          </a:prstGeom>
          <a:solidFill>
            <a:srgbClr val="0F6E63"/>
          </a:solidFill>
          <a:ln w="12700">
            <a:solidFill>
              <a:srgbClr val="0F6E6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74736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C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174736" y="274320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evaluation, measurement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74736" y="3127248"/>
            <a:ext cx="2889504" cy="18288"/>
          </a:xfrm>
          <a:prstGeom prst="rect">
            <a:avLst/>
          </a:prstGeom>
          <a:solidFill>
            <a:srgbClr val="DDD8D2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74736" y="3255264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masks:  uint8 (H,W) in {0,1}, plus statistics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4572000"/>
            <a:ext cx="10753344" cy="1188720"/>
          </a:xfrm>
          <a:prstGeom prst="roundRect">
            <a:avLst>
              <a:gd name="adj" fmla="val 4615"/>
            </a:avLst>
          </a:prstGeom>
          <a:solidFill>
            <a:srgbClr val="E6F0EE"/>
          </a:solidFill>
          <a:ln w="9525">
            <a:solidFill>
              <a:srgbClr val="BCD3C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1248" y="47548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spc="14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CONTRACT CHECKS, RUN BEFORE EVERY PUSH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41248" y="504748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workstream tests against stand-in implementations of the other two, so all three pass independently from day one — nobody waits. The checks catch the mistakes that actually break three-way splits: a mask that lost its channel dimension, a mask that stopped being binary after interpolation, a model returning probabilities instead of logits. If every section passes alone, the pipeline runs end to end.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Segmentation for Structural Monitoring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064240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goes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777240" cy="32004"/>
          </a:xfrm>
          <a:prstGeom prst="rect">
            <a:avLst/>
          </a:prstGeom>
          <a:solidFill>
            <a:srgbClr val="0F6E63"/>
          </a:solidFill>
          <a:ln w="12700">
            <a:solidFill>
              <a:srgbClr val="0F6E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81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segmentation model is a complete project in its own right. It was also built to be one component of a larger monitoring system.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066544"/>
            <a:ext cx="5221224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2677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spc="14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96896"/>
            <a:ext cx="4709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implemented from scratch, both upsampling modes verified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loss functions for the imbalance problem, comparable head to head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that handle the empty-mask case rather than averaging NaNs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measurement calibrated against known ground truth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Machine-checked interfaces between three parallel workstreams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99048" y="2066544"/>
            <a:ext cx="5221224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22677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spc="14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TARGET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59689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8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wider system supplies the two things this model cannot: a scale reference, and two captures registered to the same control points.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163824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C2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 = CrackSegmenter(ckpt)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C2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  = seg.segment(march)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C2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  = seg.segment(september)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C2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 = compare_captures(m1, m2,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C2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mm_per_px=0.8)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5138928"/>
            <a:ext cx="10753344" cy="18288"/>
          </a:xfrm>
          <a:prstGeom prst="rect">
            <a:avLst/>
          </a:prstGeom>
          <a:solidFill>
            <a:srgbClr val="DDD8D2"/>
          </a:solidFill>
          <a:ln w="12700">
            <a:solidFill>
              <a:srgbClr val="DDD8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5376672"/>
            <a:ext cx="1075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C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mask says which pixels. A measurement says whether to send an engineer.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Segmentation for Structural Monitoring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064240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2026-09-15T08:16:21Z</dcterms:created>
  <dcterms:modified xsi:type="dcterms:W3CDTF">2026-09-15T08:16:21Z</dcterms:modified>
</cp:coreProperties>
</file>